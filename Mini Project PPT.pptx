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3BBFF-77C1-4BF1-A3B2-2505841100BA}" type="datetimeFigureOut">
              <a:rPr lang="en-US" dirty="0"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D2BB1-BB31-4EB8-A961-18800A74EAA8}" type="datetimeFigureOut">
              <a:rPr lang="en-US" dirty="0"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0B886-74BB-4D5E-9EA9-584482FE40E6}" type="datetimeFigureOut">
              <a:rPr lang="en-US" dirty="0"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4CCD1-3502-4C30-947C-75FC88992007}" type="datetimeFigureOut">
              <a:rPr lang="en-US" dirty="0"/>
              <a:t>8/28/2026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B797A-E8AF-4231-9C64-308C5BB9ED3E}" type="datetimeFigureOut">
              <a:rPr lang="en-US" dirty="0"/>
              <a:t>8/28/2026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24146-07E2-48CA-8629-5887ED47FCDB}" type="datetimeFigureOut">
              <a:rPr lang="en-US" dirty="0"/>
              <a:t>8/28/2026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7E718-B4F0-433E-A285-0013249184C0}" type="datetimeFigureOut">
              <a:rPr lang="en-US" dirty="0"/>
              <a:t>8/28/2026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E44C4-3D72-4D6E-86A4-F5491DC49E6D}" type="datetimeFigureOut">
              <a:rPr lang="en-US" dirty="0"/>
              <a:t>8/28/2026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8EA14-E6AC-4B59-973C-7A06B0EDE3E3}" type="datetimeFigureOut">
              <a:rPr lang="en-US" dirty="0"/>
              <a:t>8/28/2026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93879-1153-42D3-8EC7-7A3CC94658D3}" type="datetimeFigureOut">
              <a:rPr lang="en-US" dirty="0"/>
              <a:t>8/28/2026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E1496-D8B1-4FDC-98A5-AD2561A2EE12}" type="datetimeFigureOut">
              <a:rPr lang="en-US" dirty="0"/>
              <a:t>8/28/2026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D3855-5B08-4570-810C-DE4498675D2C}" type="datetimeFigureOut">
              <a:rPr lang="en-US" dirty="0"/>
              <a:t>8/28/2026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C1B1A-3400-4A09-B018-5620D6ADA4AF}" type="datetimeFigureOut">
              <a:rPr lang="en-US" dirty="0"/>
              <a:t>8/28/2026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EE65E-8B04-4250-B4A9-5C65F355F1A2}" type="datetimeFigureOut">
              <a:rPr lang="en-US" dirty="0"/>
              <a:t>8/28/2026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881F-8E44-4F15-AB98-80B7869E49CA}" type="datetimeFigureOut">
              <a:rPr lang="en-US" dirty="0"/>
              <a:t>8/28/2026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D2069-43FA-49C5-9F0E-58E1EB237AEF}" type="datetimeFigureOut">
              <a:rPr lang="en-US" dirty="0"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C05854CA-19F4-4771-B6A2-DA5C0742B220}" type="datetimeFigureOut">
              <a:rPr lang="en-US" dirty="0"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BB3B3F-C0CE-47CB-BCED-F49A710726FF}" type="datetimeFigureOut">
              <a:rPr lang="en-US" dirty="0"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F388F-2AC2-9D7B-DF88-5348F02FA1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Job Application &amp; Recruitment Analytics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E379DE-4DDE-C30D-2554-16B91447E1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Mini Project</a:t>
            </a:r>
          </a:p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BY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Dhivyasree V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4510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04FD0-5965-C062-B3A0-2F5B1BABC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44D57-C758-4B8B-118A-E4346196E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Application By Job Type-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Compare Application count across the job types.</a:t>
            </a:r>
          </a:p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Expected Salary Vs Offered Salary-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Compare Expected Salary Vs Offered salary.</a:t>
            </a:r>
          </a:p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Highest Skill match-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Identify the highest skill match level.</a:t>
            </a:r>
          </a:p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Application trends- </a:t>
            </a:r>
            <a:r>
              <a:rPr lang="en-GB" dirty="0" err="1">
                <a:latin typeface="Calibri" panose="020F0502020204030204" pitchFamily="34" charset="0"/>
                <a:cs typeface="Calibri" panose="020F0502020204030204" pitchFamily="34" charset="0"/>
              </a:rPr>
              <a:t>Analyze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application trends over time.</a:t>
            </a:r>
          </a:p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Gender based Status- </a:t>
            </a:r>
            <a:r>
              <a:rPr lang="en-GB" dirty="0" err="1">
                <a:latin typeface="Calibri" panose="020F0502020204030204" pitchFamily="34" charset="0"/>
                <a:cs typeface="Calibri" panose="020F0502020204030204" pitchFamily="34" charset="0"/>
              </a:rPr>
              <a:t>Analyze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recruitment Status by gender.</a:t>
            </a:r>
          </a:p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Experience level analysis- </a:t>
            </a:r>
            <a:r>
              <a:rPr lang="en-GB" dirty="0" err="1">
                <a:latin typeface="Calibri" panose="020F0502020204030204" pitchFamily="34" charset="0"/>
                <a:cs typeface="Calibri" panose="020F0502020204030204" pitchFamily="34" charset="0"/>
              </a:rPr>
              <a:t>Analyze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Age wise experience level.</a:t>
            </a:r>
          </a:p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Salary Gap Vs Selected- </a:t>
            </a:r>
            <a:r>
              <a:rPr lang="en-GB" dirty="0" err="1">
                <a:latin typeface="Calibri" panose="020F0502020204030204" pitchFamily="34" charset="0"/>
                <a:cs typeface="Calibri" panose="020F0502020204030204" pitchFamily="34" charset="0"/>
              </a:rPr>
              <a:t>Analyze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whether salary difference based on Selection.</a:t>
            </a:r>
          </a:p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State Wise Application Count-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identify application distribution across status.</a:t>
            </a:r>
          </a:p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Application sources-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Identify the major application sources.</a:t>
            </a:r>
          </a:p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Industry Performance-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Compare application Performance based on Industries.</a:t>
            </a:r>
            <a:endParaRPr lang="en-IN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616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B2350-161F-9411-4B4A-CD5252C7F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Needs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40DDA-3C84-5766-7E0C-2BDD39608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Improve recruitment efficiency by understanding the complete application process.</a:t>
            </a: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Support better hiring decisions using actual application data.</a:t>
            </a: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Improve candidate evaluation by understanding skills and recruitment outcomes.</a:t>
            </a: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Optimize recruitment strategies based on data-driven insights.</a:t>
            </a: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Improve salary planning by understanding candidate expectations and offers.</a:t>
            </a: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Identify opportunities for improvement in the recruitment process.</a:t>
            </a: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Make recruitment reporting faster and easier through a centralized dashboard.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3541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25AAD-3258-41C5-3409-A435EEF2C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022A4-49A5-7DE5-F816-FD6BAB65A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Microsoft Excel – Data analysis and dashboard creation</a:t>
            </a:r>
          </a:p>
          <a:p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Power Query – Data cleaning and preprocessing</a:t>
            </a:r>
          </a:p>
          <a:p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Pivot Tables – Data summarization</a:t>
            </a:r>
          </a:p>
          <a:p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Pivot Charts – Data visualization</a:t>
            </a:r>
          </a:p>
          <a:p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Excel Dashboard – Presenting insights</a:t>
            </a:r>
          </a:p>
        </p:txBody>
      </p:sp>
    </p:spTree>
    <p:extLst>
      <p:ext uri="{BB962C8B-B14F-4D97-AF65-F5344CB8AC3E}">
        <p14:creationId xmlns:p14="http://schemas.microsoft.com/office/powerpoint/2010/main" val="1000696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884CB-13B9-1E84-C361-F53F63041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Preprocessing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85705-9F94-796E-828A-068D4C8D0B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Data Cleaning</a:t>
            </a: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Removed empty/unnecessary values.</a:t>
            </a: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Handled missing values.</a:t>
            </a: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Corrected data types.</a:t>
            </a: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Cleaned and standardized the data.</a:t>
            </a: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Used trim Function to Text data type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29232E-98C9-E3F3-E393-FE0B6173B6E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Salary Data Cleaning</a:t>
            </a: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Cleaned Salary Offered and Salary Expected columns.</a:t>
            </a: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Removed the “Rs” currency text from salary values.</a:t>
            </a: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Converted salary values into a consistent numeric format.</a:t>
            </a: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Converted salary values into LPA for analysis.</a:t>
            </a:r>
          </a:p>
          <a:p>
            <a:pPr algn="ctr"/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Created cleaned salary fields: </a:t>
            </a:r>
            <a:r>
              <a:rPr lang="en-GB" dirty="0" err="1">
                <a:latin typeface="Calibri" panose="020F0502020204030204" pitchFamily="34" charset="0"/>
                <a:cs typeface="Calibri" panose="020F0502020204030204" pitchFamily="34" charset="0"/>
              </a:rPr>
              <a:t>Salary_Offered_LPA_Clean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&amp; </a:t>
            </a:r>
            <a:r>
              <a:rPr lang="en-GB" dirty="0" err="1">
                <a:latin typeface="Calibri" panose="020F0502020204030204" pitchFamily="34" charset="0"/>
                <a:cs typeface="Calibri" panose="020F0502020204030204" pitchFamily="34" charset="0"/>
              </a:rPr>
              <a:t>Salary_Expected_LPA_Clean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Used the cleaned salary fields for Expected Salary vs Offered Salary analysis.</a:t>
            </a: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Used if function for condition.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900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0BB42-647D-8C21-ADFC-F01783C02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Function – Power Query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E20CDA-7651-1F04-11B0-032E5C4C8707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617147-601D-7DE6-B8C5-3A81189679A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In my project, I used this logic to clean and prepare the salary values for analysis.</a:t>
            </a:r>
          </a:p>
          <a:p>
            <a:endParaRPr lang="en-GB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Basic syntax:</a:t>
            </a:r>
          </a:p>
          <a:p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if condition then value1 else value2</a:t>
            </a:r>
          </a:p>
          <a:p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For example:</a:t>
            </a:r>
          </a:p>
          <a:p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if [</a:t>
            </a:r>
            <a:r>
              <a:rPr lang="en-GB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Salary_Offered</a:t>
            </a:r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]&gt;100 then [</a:t>
            </a:r>
            <a:r>
              <a:rPr lang="en-GB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Salary_Offered</a:t>
            </a:r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]/100000 else [</a:t>
            </a:r>
            <a:r>
              <a:rPr lang="en-GB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Salary_Offered</a:t>
            </a:r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]</a:t>
            </a:r>
          </a:p>
          <a:p>
            <a:endParaRPr lang="en-GB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If the condition is True, the expected salary is used.</a:t>
            </a:r>
          </a:p>
          <a:p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If the condition is False, the offered salary is retained.</a:t>
            </a:r>
          </a:p>
          <a:p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I did same process for all salary </a:t>
            </a:r>
            <a:r>
              <a:rPr lang="en-IN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datas</a:t>
            </a:r>
            <a:endParaRPr lang="en-IN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8055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F59C7-3D76-EB00-6D4A-EFE2EEC5B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Pivot table – Fields Used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195DE-111C-F7AD-27E9-BBA1748994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Pivot table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A86153-2ACA-B6A0-28A9-0719AF9BE6AF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>
            <a:normAutofit fontScale="92500"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dirty="0"/>
              <a:t>Application by Job Type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Application Trends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Industry Performance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Expected Salary vs Offered Salary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Highest Skill Match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Salary Gap Vs Selected or Not 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Application Source 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Gender Based Status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Experience Level Analysis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State Wise Application Count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A82F06-FA61-8707-668B-7BCE52990E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Rows/Category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61BBC35-8A86-46A8-5B0F-7B8B5C2610C7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Job Type</a:t>
            </a:r>
          </a:p>
          <a:p>
            <a:r>
              <a:rPr lang="en-GB" dirty="0"/>
              <a:t>Month Name</a:t>
            </a:r>
          </a:p>
          <a:p>
            <a:r>
              <a:rPr lang="en-GB" dirty="0"/>
              <a:t>Industry</a:t>
            </a:r>
          </a:p>
          <a:p>
            <a:r>
              <a:rPr lang="en-IN" dirty="0"/>
              <a:t>Job Title</a:t>
            </a:r>
          </a:p>
          <a:p>
            <a:r>
              <a:rPr lang="en-IN" dirty="0"/>
              <a:t>Job Title</a:t>
            </a:r>
          </a:p>
          <a:p>
            <a:r>
              <a:rPr lang="en-IN" dirty="0"/>
              <a:t>Salary Gap Category </a:t>
            </a:r>
          </a:p>
          <a:p>
            <a:r>
              <a:rPr lang="en-IN" dirty="0"/>
              <a:t>Application Source</a:t>
            </a:r>
          </a:p>
          <a:p>
            <a:r>
              <a:rPr lang="en-IN" dirty="0"/>
              <a:t>Gender</a:t>
            </a:r>
          </a:p>
          <a:p>
            <a:r>
              <a:rPr lang="en-IN" dirty="0"/>
              <a:t>Age </a:t>
            </a:r>
          </a:p>
          <a:p>
            <a:r>
              <a:rPr lang="en-IN" dirty="0"/>
              <a:t>State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90907FF-C9E6-9B2E-5FAE-88A007CECF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44C052-C550-340E-6EFE-0B8AEAC80BEB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Count of Application</a:t>
            </a:r>
          </a:p>
          <a:p>
            <a:r>
              <a:rPr lang="en-GB" dirty="0"/>
              <a:t>Count of Application</a:t>
            </a:r>
          </a:p>
          <a:p>
            <a:r>
              <a:rPr lang="en-IN" dirty="0"/>
              <a:t>Count of Application</a:t>
            </a:r>
          </a:p>
          <a:p>
            <a:r>
              <a:rPr lang="en-IN" dirty="0"/>
              <a:t>Average Expected Salary + Offered salary</a:t>
            </a:r>
          </a:p>
          <a:p>
            <a:r>
              <a:rPr lang="en-IN" dirty="0"/>
              <a:t>Skill Match</a:t>
            </a:r>
          </a:p>
          <a:p>
            <a:r>
              <a:rPr lang="en-IN" dirty="0"/>
              <a:t>Selected Not Selected Count</a:t>
            </a:r>
          </a:p>
          <a:p>
            <a:r>
              <a:rPr lang="en-IN" dirty="0"/>
              <a:t>Count of Application</a:t>
            </a:r>
          </a:p>
          <a:p>
            <a:r>
              <a:rPr lang="en-IN" dirty="0"/>
              <a:t>Final Status</a:t>
            </a:r>
          </a:p>
          <a:p>
            <a:r>
              <a:rPr lang="en-IN" dirty="0"/>
              <a:t>Application count</a:t>
            </a:r>
          </a:p>
          <a:p>
            <a:r>
              <a:rPr lang="en-IN" dirty="0"/>
              <a:t>Application Count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0492659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8D4585"/>
      </a:dk2>
      <a:lt2>
        <a:srgbClr val="E7E6E6"/>
      </a:lt2>
      <a:accent1>
        <a:srgbClr val="F35AE6"/>
      </a:accent1>
      <a:accent2>
        <a:srgbClr val="FC5283"/>
      </a:accent2>
      <a:accent3>
        <a:srgbClr val="F67C64"/>
      </a:accent3>
      <a:accent4>
        <a:srgbClr val="F89F65"/>
      </a:accent4>
      <a:accent5>
        <a:srgbClr val="55C6BA"/>
      </a:accent5>
      <a:accent6>
        <a:srgbClr val="84A3FD"/>
      </a:accent6>
      <a:hlink>
        <a:srgbClr val="6ED4F6"/>
      </a:hlink>
      <a:folHlink>
        <a:srgbClr val="9FECFC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106000"/>
                <a:satMod val="220000"/>
                <a:lumMod val="140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69000"/>
                <a:hueMod val="88000"/>
                <a:satMod val="16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7D30EEFE-7128-4DE5-8A0D-8D4EF32CB0A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83</TotalTime>
  <Words>504</Words>
  <Application>Microsoft Office PowerPoint</Application>
  <PresentationFormat>Widescreen</PresentationFormat>
  <Paragraphs>90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Times New Roman</vt:lpstr>
      <vt:lpstr>Trebuchet MS</vt:lpstr>
      <vt:lpstr>Berlin</vt:lpstr>
      <vt:lpstr>Find Job Application &amp; Recruitment Analytics</vt:lpstr>
      <vt:lpstr>Problem Statement</vt:lpstr>
      <vt:lpstr>Business Needs</vt:lpstr>
      <vt:lpstr>Technology Used</vt:lpstr>
      <vt:lpstr>Preprocessing</vt:lpstr>
      <vt:lpstr>IF Function – Power Query</vt:lpstr>
      <vt:lpstr>Pivot table – Fields Used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Dhivyasree V</dc:creator>
  <cp:lastModifiedBy>Dhivyasree V</cp:lastModifiedBy>
  <cp:revision>1</cp:revision>
  <dcterms:created xsi:type="dcterms:W3CDTF">2026-08-28T02:31:21Z</dcterms:created>
  <dcterms:modified xsi:type="dcterms:W3CDTF">2026-08-28T03:54:23Z</dcterms:modified>
</cp:coreProperties>
</file>